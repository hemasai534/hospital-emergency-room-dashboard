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7CA5-D341-58DB-C703-D6BB95F6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1DCD4-9120-B5CE-462C-31621137D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00DB-1B0E-E339-9D8E-3EF760E2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8F46-C67D-9B01-F82D-6CB0AF2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79BF-D8FC-EFD5-EF52-0D8D93EE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2AFF-98A8-ED4D-38C2-296B89FE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702E-48A9-4D76-0E40-5A9E03AD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7CC7-23B6-E05B-8DE6-EA61301D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DCA6-DCE2-908D-0D64-10C9443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F1A0-EFBE-5E34-37D4-77A82AF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041D-8564-9D33-CB1C-91EBD44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A3B0-DED9-BBC1-F5D0-030D2F4D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45CED-2045-C13D-8379-FB3AF23D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EB0A-D4E6-F5DA-7FE6-A25E9DA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B203-DA87-7EBA-FD4F-B9F4257A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6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E676-4E94-4704-2CFE-2D3DA267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0273-3569-68BA-2D1C-2FFE9A4D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EA24-521A-3467-62F9-8F524E60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11C0-5D12-63FB-AB35-58831E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F98B-1B29-65EB-07BF-B2100532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C14D6-6472-FAA0-8A4E-3E9C6D08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6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D383-33FC-CDBB-AFBD-08FC12AD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5E05-FECA-2784-155A-B05F5D7F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207C2-55BD-F2FB-EB0F-7F3BC910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7B21D-1CA8-BA30-D235-A8F72AD0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02055-88AC-0F31-65D4-03D9D88CF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227F0-4667-6F8F-AFBB-CC59701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53658-C524-075F-D842-9E9A947D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BD9C7-F8D8-856C-FAB7-07A4C1AB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18A1-4345-F88A-29B0-9A69C1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A7799-35CD-5322-3134-8FF10D96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7EE18-A95B-DC7F-4DCD-B7C86B9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8181E-1B4C-74F5-2FF7-7E08CAA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5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05B80-6449-0EC4-82EB-8CACE12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2E19-E921-043D-26AA-A1D2B85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5678-FA61-446E-D403-A31705C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8344-6B8D-E3FD-5C3F-2CC46FE3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0F79-EF7F-26EE-0F94-CE39CBA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E92BF-C917-1468-5D99-645B25C4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5A69D-F302-3D13-BC38-DC05A0F5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DF97E-7239-17DF-17CB-9F636E87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9DA-204C-2D8C-B313-8AC6B61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5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2126-C6D1-40F5-4DD2-74FC074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B8968-1BEE-B738-1A85-CAC4214F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5E28-D82A-B861-BCBF-A64B79415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E3D40-D171-40A6-0959-C02BAFC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222A1-6BD8-E47E-618D-B966784B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702A0-5026-6A87-6E19-AE3F77FA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3564-009B-1E9E-E6E7-C33EF896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4CC2C-7631-5FBF-7222-0E21F0A4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86A0-CB75-5D2F-BB6C-5A75EE76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7B0-AF12-27FC-2EE8-92B77F71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A2F5-092F-883E-5A68-095671F0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6DFF5-AA3B-C970-EBCB-6C98DF0D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B75FA-2688-9237-398C-0921514F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35D4-B152-ED51-5308-2F7835C4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1A85A-D1D0-7912-60A7-EA945BC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20CA-EF8A-2515-5C65-AA6CB22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FD7E-EB8C-E047-A830-33DABAF5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57851-9F5D-1CC1-2949-42A49E720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F55E-0387-1F60-B1AA-1899143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78AD-F230-2E2A-0F67-A98DA6274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0FFCB-0DEF-1E8B-E08D-6539C033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D61C1AB-F427-C661-993B-2C9888CF4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0FCB933-5194-03C3-D828-0447F303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- 3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47C9BED2-EE71-CB4C-3914-6F40053A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929672"/>
            <a:ext cx="7896227" cy="142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36177D3-1B5F-5273-9647-F606AE468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218A077B-BD7E-8695-BE35-CC6D7C650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BD3EB5B-E3F6-663E-837B-67E8ECD86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09F0420-A352-B3DF-5FEA-6994CA0F8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84C4D02-117A-D16A-1EB4-20E1A1D22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A725CB47-6917-5342-8D5C-E43BD23D1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99A61D9-CC1B-E22A-533F-9FE34F3A0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2362E2-474C-015A-8087-A19306A1A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1082" y="-214316"/>
            <a:ext cx="1247776" cy="1247776"/>
          </a:xfrm>
          <a:prstGeom prst="rect">
            <a:avLst/>
          </a:prstGeom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3E3FA96B-A10C-B293-D774-1E1A39A20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5BE6BB-5F3B-41A9-E8DF-76BCF2287B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3558950-4420-A74C-5766-67081A9D1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75398-53D7-2BE3-3747-782F1E7DA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D642FE-123A-672F-915A-0889961F68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0FD2CA-EFA9-5CDC-45E6-8519C14574C5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1EA6C02B-0A89-E24B-CB7E-7EDF988C4C27}"/>
              </a:ext>
            </a:extLst>
          </p:cNvPr>
          <p:cNvSpPr txBox="1"/>
          <p:nvPr/>
        </p:nvSpPr>
        <p:spPr>
          <a:xfrm>
            <a:off x="4178496" y="1769586"/>
            <a:ext cx="3856371" cy="17961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THANK </a:t>
            </a:r>
          </a:p>
          <a:p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             YOU</a:t>
            </a:r>
            <a:endParaRPr lang="en-IN" sz="4000" b="1" dirty="0">
              <a:solidFill>
                <a:schemeClr val="accent5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E06EF556-6CF0-059C-5067-67E37016C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8235" y="11906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02BBFF12-7273-7BA3-58D5-12E7EFE0F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48B767-FA89-C5F6-BE53-6830891FA8A8}"/>
              </a:ext>
            </a:extLst>
          </p:cNvPr>
          <p:cNvSpPr txBox="1"/>
          <p:nvPr/>
        </p:nvSpPr>
        <p:spPr>
          <a:xfrm>
            <a:off x="8902897" y="5483645"/>
            <a:ext cx="3108128" cy="79015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B.Hema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 sai</a:t>
            </a:r>
            <a:endParaRPr lang="en-IN" sz="3600" b="1" dirty="0">
              <a:solidFill>
                <a:schemeClr val="accent5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197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491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Rounded MT Bold</vt:lpstr>
      <vt:lpstr>Calibri</vt:lpstr>
      <vt:lpstr>Calibri Light</vt:lpstr>
      <vt:lpstr>Segoe UI Black</vt:lpstr>
      <vt:lpstr>Segoe UI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Hemasai Bendi</cp:lastModifiedBy>
  <cp:revision>9</cp:revision>
  <dcterms:created xsi:type="dcterms:W3CDTF">2024-11-24T05:55:51Z</dcterms:created>
  <dcterms:modified xsi:type="dcterms:W3CDTF">2025-08-22T04:19:13Z</dcterms:modified>
</cp:coreProperties>
</file>